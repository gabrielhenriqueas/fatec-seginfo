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59" r:id="rId7"/>
    <p:sldId id="261" r:id="rId8"/>
    <p:sldId id="266" r:id="rId9"/>
    <p:sldId id="267" r:id="rId10"/>
    <p:sldId id="268" r:id="rId11"/>
    <p:sldId id="617" r:id="rId12"/>
    <p:sldId id="262" r:id="rId13"/>
    <p:sldId id="615" r:id="rId14"/>
    <p:sldId id="616" r:id="rId15"/>
    <p:sldId id="614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82" autoAdjust="0"/>
    <p:restoredTop sz="94660"/>
  </p:normalViewPr>
  <p:slideViewPr>
    <p:cSldViewPr snapToGrid="0">
      <p:cViewPr>
        <p:scale>
          <a:sx n="80" d="100"/>
          <a:sy n="80" d="100"/>
        </p:scale>
        <p:origin x="44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6AFBC-DDF4-4C5E-BC74-7CA6762AB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51EF3C-B8FD-44F9-832E-61DB7F104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C7B062-9303-4C7F-9B98-48EA2532F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CB9A5A-6AB8-45AB-A36F-8322434F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B020D9-BE5E-41A2-A24B-E3BD0BCB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61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90E70-7E40-41D6-8E73-0307692BB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074EEF-281E-410C-9A23-F9A98A903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5679C1-0E95-4735-81D2-038B7FD2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BA6E0D-B10D-4B1F-8C36-B0D0FBA4A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55B214-DC9B-452A-9216-8EBB7DC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648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4C2F1-1A96-4201-8B78-BCEAC314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1A1EAC-7E3B-49A3-A109-1A74BEC1A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C4308-E2C4-4C64-8D55-68491623B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957919-0ECE-4961-8594-A193EFF8A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3CEAB2-165B-442E-8B4A-238E2373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90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2F263-CF5F-44C6-BF15-47409207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94EE27-F7A5-48F7-BDE8-40F12D046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58692B-39BB-484B-8C9B-F899990EE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395E43-4FBF-42F9-8FF0-1A3C50BE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B26F03-C6C0-4B7A-AEEE-B45504EB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F641FE-E119-4D93-9DE0-D4CC04CD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10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B85F7-26F8-4FE2-A98B-E3AEF41A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2D2B87-4844-4E2B-BEEB-630437147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E47FDB-6F16-4281-8099-EA4859CA3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D5F2CAB-D712-45E6-9957-6F150B04F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BDB4A28-88F0-4F79-BFBE-0DA4577ED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8E3336-38E8-4EF8-B5CA-1DF7D263A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9B454D3-062F-44CB-8464-288CEBCA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902784C-57B0-4E96-8D38-408D33E3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462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68825-55B1-4620-BDD1-4A0D7EAF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AF0B2F-3FEA-486A-A700-E50B0A28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6A75DE-8B22-4919-BF58-C99F26B0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0AB647-0D02-4749-9C2D-E169CDD3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1969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5F46FF-A544-4659-94CE-EAAAA9CC3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3E2408A-1344-4B7E-9765-96478A80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084DDE-2D0E-40B0-AA0A-B89A99EA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27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53F4B-35CD-4D71-8A05-BD954191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F24FDD-3344-4A98-AA3B-3A6FF8743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8AEBEF-8BB7-491A-AD55-E3DF2BFE6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120F7E-F043-4AB4-9BD6-FBDA9E0CC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0D69AB-2B1F-4A6E-A489-6B729E43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BC8A6A-A664-48C4-8C81-6AF2F622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7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30675-541F-4246-B5D7-1307AD842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D87F924-0D8A-4901-AF46-25D2DC339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9570DE-4B47-47A7-B895-772D150A3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406E84-76B1-42FC-9452-ACA090BA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5D6208-C66E-4B2D-AF98-8FEC5E55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6BEEFF-24B3-4C34-98FC-462F36F7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49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A8C60-673F-4B41-8355-589B1D79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05DAAD-7E0D-4A09-A4CE-38024EBEC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355AD3-B77C-47DA-8899-1541481E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77A5CE-6C33-49C7-B8B5-7B50A2BD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AD052F-15DB-44B7-9CF4-6E1194C5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567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653448-CCB7-4038-91D6-D50239253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1396D2-EE73-4EA7-87EE-39B75AA08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D20F6-2068-4A3F-8B4F-3C5415530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30DA18-2119-470C-8731-B8E317DC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7DFE71-8C06-4AE1-AC07-5EB41A08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388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EF2CD76-FD22-47D9-A867-4B43C7D74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E6FBB-9B9A-49F5-94B1-5BA3963DE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95C7B8-8BC7-450C-BA99-B36606718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4FC7A-E2ED-4D39-8877-D5A69734D7F3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1A71DF-DAB0-4AB8-B01D-30093A1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63ADF5-815E-4996-97DF-55F066DFB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11140-0B8B-44D3-83C8-F1C2F60F1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244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053A430-303A-44EA-A4BA-EFD140301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9638"/>
            <a:ext cx="9144000" cy="1655762"/>
          </a:xfrm>
        </p:spPr>
        <p:txBody>
          <a:bodyPr>
            <a:normAutofit/>
          </a:bodyPr>
          <a:lstStyle/>
          <a:p>
            <a:r>
              <a:rPr lang="pt-BR" sz="5400" dirty="0"/>
              <a:t>Equipamento de conexão – Energia residencial</a:t>
            </a:r>
          </a:p>
        </p:txBody>
      </p:sp>
    </p:spTree>
    <p:extLst>
      <p:ext uri="{BB962C8B-B14F-4D97-AF65-F5344CB8AC3E}">
        <p14:creationId xmlns:p14="http://schemas.microsoft.com/office/powerpoint/2010/main" val="3147041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01C42-A786-4713-8D59-8E8DB5AD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Padrão de Tomada</a:t>
            </a:r>
          </a:p>
        </p:txBody>
      </p:sp>
      <p:pic>
        <p:nvPicPr>
          <p:cNvPr id="6146" name="Picture 2" descr="Governo Bolsonaro quer acabar com exigência de tomada de três ...">
            <a:extLst>
              <a:ext uri="{FF2B5EF4-FFF2-40B4-BE49-F238E27FC236}">
                <a16:creationId xmlns:a16="http://schemas.microsoft.com/office/drawing/2014/main" id="{CD66DB73-5330-4894-BDEE-5D114076F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68" y="1687866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daptador De Tomada Para 10a / 20a Bob - Kit Com 12 Uni. - R$ 26 ...">
            <a:extLst>
              <a:ext uri="{FF2B5EF4-FFF2-40B4-BE49-F238E27FC236}">
                <a16:creationId xmlns:a16="http://schemas.microsoft.com/office/drawing/2014/main" id="{72A0FDAE-388C-4030-9502-95ACDF5E53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222" y="1699155"/>
            <a:ext cx="446191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32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C677C-7177-4D44-B20B-09A0E89E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Benjamim ou Adaptador de energia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78012D4-8F8F-41CE-8904-7E1CCCBE7E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43" t="14649" r="47409" b="58519"/>
          <a:stretch/>
        </p:blipFill>
        <p:spPr>
          <a:xfrm>
            <a:off x="56446" y="1439992"/>
            <a:ext cx="5870224" cy="4832559"/>
          </a:xfrm>
          <a:prstGeom prst="rect">
            <a:avLst/>
          </a:prstGeom>
        </p:spPr>
      </p:pic>
      <p:pic>
        <p:nvPicPr>
          <p:cNvPr id="7" name="Picture 6" descr="Megazord da gambiarra: vários adaptadores na tomada podem ...">
            <a:extLst>
              <a:ext uri="{FF2B5EF4-FFF2-40B4-BE49-F238E27FC236}">
                <a16:creationId xmlns:a16="http://schemas.microsoft.com/office/drawing/2014/main" id="{EE5EFF6E-0DDB-45B7-9E1A-AD915E805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43088"/>
            <a:ext cx="6039554" cy="402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31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3A066-3FA0-4B33-9CAA-26A458C3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CUIDADO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A8F3D92-1DED-498B-9340-1D6F1625EE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81" t="9930" r="41301" b="54239"/>
          <a:stretch/>
        </p:blipFill>
        <p:spPr>
          <a:xfrm>
            <a:off x="5362221" y="511704"/>
            <a:ext cx="5621867" cy="6118612"/>
          </a:xfrm>
          <a:prstGeom prst="rect">
            <a:avLst/>
          </a:prstGeom>
        </p:spPr>
      </p:pic>
      <p:pic>
        <p:nvPicPr>
          <p:cNvPr id="4104" name="Picture 8" descr="Cuidar da Fiação de Eletrodomésticos">
            <a:extLst>
              <a:ext uri="{FF2B5EF4-FFF2-40B4-BE49-F238E27FC236}">
                <a16:creationId xmlns:a16="http://schemas.microsoft.com/office/drawing/2014/main" id="{172702D6-4BDB-44CF-A4E4-C238B7DCE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22" y="1943557"/>
            <a:ext cx="4875412" cy="3254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48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E7B52-03C1-4B22-8DE8-45BABA1BD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Extensão de Energia</a:t>
            </a:r>
          </a:p>
        </p:txBody>
      </p:sp>
      <p:pic>
        <p:nvPicPr>
          <p:cNvPr id="2050" name="Picture 2" descr="Extensão Elétrica 10 Metros Extensão De Energia Com 10 Metro ...">
            <a:extLst>
              <a:ext uri="{FF2B5EF4-FFF2-40B4-BE49-F238E27FC236}">
                <a16:creationId xmlns:a16="http://schemas.microsoft.com/office/drawing/2014/main" id="{BDD07AA8-0EEB-4858-8335-CE3B15ABB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759" y="899847"/>
            <a:ext cx="3513367" cy="559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B60E27D-8A0E-4EA6-9789-275200FFFA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38" t="14722" r="41915" b="58408"/>
          <a:stretch/>
        </p:blipFill>
        <p:spPr>
          <a:xfrm>
            <a:off x="384791" y="1690687"/>
            <a:ext cx="5779863" cy="421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1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FB9F9-89FF-43E8-83DD-00C9DBCB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Régua de Energia ou Filtro de Linha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E99F55C-A282-4372-ACB1-2E26519886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89" t="15841" r="43337" b="57493"/>
          <a:stretch/>
        </p:blipFill>
        <p:spPr>
          <a:xfrm>
            <a:off x="377816" y="1855258"/>
            <a:ext cx="5441327" cy="4342342"/>
          </a:xfrm>
          <a:prstGeom prst="rect">
            <a:avLst/>
          </a:prstGeom>
        </p:spPr>
      </p:pic>
      <p:pic>
        <p:nvPicPr>
          <p:cNvPr id="3074" name="Picture 2" descr="Filtro De Linha Com 6 Tomadas E 2 Usb Bivolt Wi251 Multilaser ...">
            <a:extLst>
              <a:ext uri="{FF2B5EF4-FFF2-40B4-BE49-F238E27FC236}">
                <a16:creationId xmlns:a16="http://schemas.microsoft.com/office/drawing/2014/main" id="{AC3DB9C0-272B-40B9-8D22-CDE12A566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599" y="1330317"/>
            <a:ext cx="4981583" cy="498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64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2F0AE-754F-4C72-ACB0-D5051FA46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Estabilizador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ACE4D2-9B23-4C16-9307-182BECF40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111" y="1690688"/>
            <a:ext cx="6299200" cy="4486275"/>
          </a:xfrm>
        </p:spPr>
        <p:txBody>
          <a:bodyPr/>
          <a:lstStyle/>
          <a:p>
            <a:pPr algn="just"/>
            <a:r>
              <a:rPr lang="pt-BR" dirty="0"/>
              <a:t>Proteção contra sobretensão na rede.</a:t>
            </a:r>
          </a:p>
          <a:p>
            <a:pPr algn="just"/>
            <a:r>
              <a:rPr lang="pt-BR" dirty="0"/>
              <a:t>Mantém o funcionamento normal mesmo com tensão instável.</a:t>
            </a:r>
          </a:p>
          <a:p>
            <a:pPr algn="just"/>
            <a:r>
              <a:rPr lang="pt-BR" dirty="0"/>
              <a:t>Proteção contra interferências que normalmente travariam computador.</a:t>
            </a:r>
          </a:p>
          <a:p>
            <a:pPr algn="just"/>
            <a:r>
              <a:rPr lang="pt-BR" dirty="0"/>
              <a:t>Evita problemas no disco rígido causados pela rede elétrica. </a:t>
            </a:r>
          </a:p>
        </p:txBody>
      </p:sp>
      <p:pic>
        <p:nvPicPr>
          <p:cNvPr id="7170" name="Picture 2" descr="ESTABILIZADOR POWEREST 500VA BIVOLT 4 TOMADAS TS SHARA">
            <a:extLst>
              <a:ext uri="{FF2B5EF4-FFF2-40B4-BE49-F238E27FC236}">
                <a16:creationId xmlns:a16="http://schemas.microsoft.com/office/drawing/2014/main" id="{C169EDB3-EB86-42E0-BEE7-45F4659D27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0" b="16658"/>
          <a:stretch/>
        </p:blipFill>
        <p:spPr bwMode="auto">
          <a:xfrm>
            <a:off x="7046298" y="1828800"/>
            <a:ext cx="4511408" cy="410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2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FA87A-5C0C-4CCD-AB69-60788494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No-break</a:t>
            </a:r>
            <a:endParaRPr lang="pt-BR" dirty="0"/>
          </a:p>
        </p:txBody>
      </p:sp>
      <p:pic>
        <p:nvPicPr>
          <p:cNvPr id="8194" name="Picture 2" descr="Os 6 Melhores Nobreaks em 2019">
            <a:extLst>
              <a:ext uri="{FF2B5EF4-FFF2-40B4-BE49-F238E27FC236}">
                <a16:creationId xmlns:a16="http://schemas.microsoft.com/office/drawing/2014/main" id="{B7263C5F-2BEB-4336-BB48-B2E0B8DE6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68" y="2052166"/>
            <a:ext cx="5669609" cy="336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Manutenção bateria de no-break 7a - YouTube">
            <a:extLst>
              <a:ext uri="{FF2B5EF4-FFF2-40B4-BE49-F238E27FC236}">
                <a16:creationId xmlns:a16="http://schemas.microsoft.com/office/drawing/2014/main" id="{1ADA80EA-DCA1-4FC5-833C-BB0BE8563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377" y="2052166"/>
            <a:ext cx="5981125" cy="336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380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D998D-4CE6-4006-89F0-08A66717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na rede elétrica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982AA7-8778-4813-858F-06DE7EC0E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Transiente: É uma rápida variação na tensão causada por motores, lâmpadas, aparelhos de ar condicionado ou geladeira armando ou desarmando os compressores. </a:t>
            </a:r>
          </a:p>
          <a:p>
            <a:pPr algn="just"/>
            <a:r>
              <a:rPr lang="pt-BR" dirty="0"/>
              <a:t>Surtos de tensão: É um tipo de transiente mais intenso, causado pelas mesmas razões que um transiente menor.</a:t>
            </a:r>
          </a:p>
          <a:p>
            <a:pPr algn="just"/>
            <a:r>
              <a:rPr lang="pt-BR" dirty="0"/>
              <a:t>Sobretensão: A tensão tem seu valor elevado acima do normal e assim permanece por vários segundos ou períodos maiores.</a:t>
            </a:r>
          </a:p>
          <a:p>
            <a:pPr algn="just"/>
            <a:r>
              <a:rPr lang="pt-BR" dirty="0"/>
              <a:t>Queda de tensão: A tensão tem seu valor reduzido muito abaixo do normal. Danos podem ocorrer com os motores dos drives e do disco rígido. A fonte também pode queimar.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224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134E8-F957-46B4-8B0E-1DF8C332E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53"/>
            <a:ext cx="10515600" cy="1325563"/>
          </a:xfrm>
        </p:spPr>
        <p:txBody>
          <a:bodyPr/>
          <a:lstStyle/>
          <a:p>
            <a:r>
              <a:rPr lang="pt-BR" dirty="0"/>
              <a:t>Problemas na rede elétrica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C369CB-2E79-4F58-A068-0BAC6D384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497"/>
            <a:ext cx="10515600" cy="4351338"/>
          </a:xfrm>
        </p:spPr>
        <p:txBody>
          <a:bodyPr/>
          <a:lstStyle/>
          <a:p>
            <a:pPr algn="just"/>
            <a:r>
              <a:rPr lang="pt-BR" dirty="0"/>
              <a:t>Queda brusca e rápida: A tensão cai a zero por um período muito pequeno, da ordem de décimos de segundo. O computador precisará ser resetado.</a:t>
            </a:r>
          </a:p>
          <a:p>
            <a:pPr algn="just"/>
            <a:r>
              <a:rPr lang="pt-BR" dirty="0"/>
              <a:t>Sem energia elétrica: É o típico caso de quando "falta luz". Não causa nenhum dano ao hardware, mas o computador deve ser desligado pelo seu interruptor. Se a energia elétrica voltar e o interruptor estiver ainda ligado, a fonte de alimentação poderá ser danificada.</a:t>
            </a:r>
          </a:p>
          <a:p>
            <a:pPr algn="just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AA6EB3-B81D-40AB-BB2F-6D2DF96C33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54" t="67908" r="20385" b="19511"/>
          <a:stretch/>
        </p:blipFill>
        <p:spPr>
          <a:xfrm>
            <a:off x="154811" y="4135025"/>
            <a:ext cx="11882378" cy="235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0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Noção basica instalação elétrica">
            <a:extLst>
              <a:ext uri="{FF2B5EF4-FFF2-40B4-BE49-F238E27FC236}">
                <a16:creationId xmlns:a16="http://schemas.microsoft.com/office/drawing/2014/main" id="{E1CCDF95-C26D-47B8-A781-C82631274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73" y="94835"/>
            <a:ext cx="5961408" cy="481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rojeto de Instalações Elétricas">
            <a:extLst>
              <a:ext uri="{FF2B5EF4-FFF2-40B4-BE49-F238E27FC236}">
                <a16:creationId xmlns:a16="http://schemas.microsoft.com/office/drawing/2014/main" id="{2C71E5CA-2E07-4C5A-983B-377D8AE74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621" y="2810932"/>
            <a:ext cx="5698361" cy="394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5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 descr="Porque a emenda do chuveiro derrete? - Mundo da Elétrica">
            <a:extLst>
              <a:ext uri="{FF2B5EF4-FFF2-40B4-BE49-F238E27FC236}">
                <a16:creationId xmlns:a16="http://schemas.microsoft.com/office/drawing/2014/main" id="{6C242EF4-EB7C-4145-8BE7-57770E84A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159" y="208212"/>
            <a:ext cx="4783097" cy="358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Conectores de Porcelana para Chuveiro – Qual sua Função • Tintas ...">
            <a:extLst>
              <a:ext uri="{FF2B5EF4-FFF2-40B4-BE49-F238E27FC236}">
                <a16:creationId xmlns:a16="http://schemas.microsoft.com/office/drawing/2014/main" id="{1D87259D-55B5-45F6-BFA2-D7085F990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93" y="1825625"/>
            <a:ext cx="7055040" cy="409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472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Aterramento Elétrico [Tudo que você precisa saber] – Curso NR10 Online">
            <a:extLst>
              <a:ext uri="{FF2B5EF4-FFF2-40B4-BE49-F238E27FC236}">
                <a16:creationId xmlns:a16="http://schemas.microsoft.com/office/drawing/2014/main" id="{FA72382C-3A00-4DFB-8879-39B207365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96"/>
            <a:ext cx="5974246" cy="448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Como fazer esquema de aterramento elétrico TN-C-S?">
            <a:extLst>
              <a:ext uri="{FF2B5EF4-FFF2-40B4-BE49-F238E27FC236}">
                <a16:creationId xmlns:a16="http://schemas.microsoft.com/office/drawing/2014/main" id="{25A62D8E-ADDB-461A-8886-228274AF9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123" y="1670831"/>
            <a:ext cx="8962781" cy="503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269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Aterramento e a caixa de inspeção! - FazFácil">
            <a:extLst>
              <a:ext uri="{FF2B5EF4-FFF2-40B4-BE49-F238E27FC236}">
                <a16:creationId xmlns:a16="http://schemas.microsoft.com/office/drawing/2014/main" id="{7AEEF5CC-1DDC-4B13-8F5A-7AE432C08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045" y="117346"/>
            <a:ext cx="8400815" cy="674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437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Dúvidas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1268760"/>
            <a:ext cx="712879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4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E343EADE1F944FB1DE5D179F821929" ma:contentTypeVersion="3" ma:contentTypeDescription="Crie um novo documento." ma:contentTypeScope="" ma:versionID="23f78dce8c82aa5307e93f233ecb8661">
  <xsd:schema xmlns:xsd="http://www.w3.org/2001/XMLSchema" xmlns:xs="http://www.w3.org/2001/XMLSchema" xmlns:p="http://schemas.microsoft.com/office/2006/metadata/properties" xmlns:ns2="1ef0a13e-fbd0-44e8-9ddc-c9c48fc3e6c0" targetNamespace="http://schemas.microsoft.com/office/2006/metadata/properties" ma:root="true" ma:fieldsID="9c7288372653af616bfd7445030150cb" ns2:_="">
    <xsd:import namespace="1ef0a13e-fbd0-44e8-9ddc-c9c48fc3e6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f0a13e-fbd0-44e8-9ddc-c9c48fc3e6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8015E7-4CC4-4D92-915C-AB6B1F0F1DD9}"/>
</file>

<file path=customXml/itemProps2.xml><?xml version="1.0" encoding="utf-8"?>
<ds:datastoreItem xmlns:ds="http://schemas.openxmlformats.org/officeDocument/2006/customXml" ds:itemID="{18E179B4-94CE-4563-9C1F-65EA62F7A378}"/>
</file>

<file path=customXml/itemProps3.xml><?xml version="1.0" encoding="utf-8"?>
<ds:datastoreItem xmlns:ds="http://schemas.openxmlformats.org/officeDocument/2006/customXml" ds:itemID="{B180A26D-5D14-4418-AFEB-2966B180F99B}"/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251</Words>
  <Application>Microsoft Office PowerPoint</Application>
  <PresentationFormat>Widescreen</PresentationFormat>
  <Paragraphs>21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Padrão de Tomada</vt:lpstr>
      <vt:lpstr>Benjamim ou Adaptador de energia</vt:lpstr>
      <vt:lpstr>CUIDADO</vt:lpstr>
      <vt:lpstr>Extensão de Energia</vt:lpstr>
      <vt:lpstr>Régua de Energia ou Filtro de Linha</vt:lpstr>
      <vt:lpstr>Estabilizador</vt:lpstr>
      <vt:lpstr>No-break</vt:lpstr>
      <vt:lpstr>Problemas na rede elétrica </vt:lpstr>
      <vt:lpstr>Problemas na rede elétrica </vt:lpstr>
      <vt:lpstr>Apresentação do PowerPoint</vt:lpstr>
      <vt:lpstr>Apresentação do PowerPoint</vt:lpstr>
      <vt:lpstr>Apresentação do PowerPoint</vt:lpstr>
      <vt:lpstr>Apresentação do PowerPoint</vt:lpstr>
      <vt:lpstr>Dúvidas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Hardware</dc:title>
  <dc:creator>rodrigo carvalho</dc:creator>
  <cp:lastModifiedBy>RODRIGO AMORIM MOTTA CARVALHO</cp:lastModifiedBy>
  <cp:revision>19</cp:revision>
  <dcterms:created xsi:type="dcterms:W3CDTF">2020-05-14T20:47:38Z</dcterms:created>
  <dcterms:modified xsi:type="dcterms:W3CDTF">2021-08-05T12:00:09Z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0x010100AAE343EADE1F944FB1DE5D179F821929</vt:lpwstr>
  </property>
</Properties>
</file>